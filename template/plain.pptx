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/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5" name="Shape 8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5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4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Text"/>
          <p:cNvSpPr txBox="1"/>
          <p:nvPr>
            <p:ph type="title"/>
          </p:nvPr>
        </p:nvSpPr>
        <p:spPr>
          <a:xfrm>
            <a:off x="1127448" y="61319"/>
            <a:ext cx="10081201" cy="879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8" name="Slide Number"/>
          <p:cNvSpPr txBox="1"/>
          <p:nvPr>
            <p:ph type="sldNum" sz="quarter" idx="2"/>
          </p:nvPr>
        </p:nvSpPr>
        <p:spPr>
          <a:xfrm>
            <a:off x="11716457" y="6509466"/>
            <a:ext cx="284332" cy="280760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b="0">
                <a:solidFill>
                  <a:srgbClr val="7F7F7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0" name="Body Level One…"/>
          <p:cNvSpPr txBox="1"/>
          <p:nvPr>
            <p:ph type="body" idx="1"/>
          </p:nvPr>
        </p:nvSpPr>
        <p:spPr>
          <a:xfrm>
            <a:off x="674675" y="1102950"/>
            <a:ext cx="10993201" cy="5350501"/>
          </a:xfrm>
          <a:prstGeom prst="rect">
            <a:avLst/>
          </a:prstGeom>
          <a:ln>
            <a:solidFill>
              <a:srgbClr val="9FE6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4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Calibri"/>
        <a:buChar char="●"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144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Calibri"/>
        <a:buChar char="○"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3716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Calibri"/>
        <a:buChar char="■"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8288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Calibri"/>
        <a:buChar char="●"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2860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Calibri"/>
        <a:buChar char="○"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7432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Calibri"/>
        <a:buChar char="■"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2004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Calibri"/>
        <a:buChar char="●"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6576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Calibri"/>
        <a:buChar char="○"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1148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Calibri"/>
        <a:buChar char="■"/>
        <a:tabLst/>
        <a:defRPr b="0" baseline="0" cap="none" i="0" spc="0" strike="noStrike" sz="2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Plain">
  <a:themeElements>
    <a:clrScheme name="Plai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Plai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Pla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Plain">
  <a:themeElements>
    <a:clrScheme name="Plai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Plai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Pla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