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">
    <p:bg>
      <p:bgPr>
        <a:gradFill flip="none" rotWithShape="1">
          <a:gsLst>
            <a:gs pos="0">
              <a:srgbClr val="EBFAFF"/>
            </a:gs>
            <a:gs pos="1000">
              <a:srgbClr val="EBFAFF"/>
            </a:gs>
            <a:gs pos="35000">
              <a:srgbClr val="FFFFFF"/>
            </a:gs>
            <a:gs pos="99000">
              <a:srgbClr val="FFFFFF"/>
            </a:gs>
            <a:gs pos="100000">
              <a:srgbClr val="FFFFFF"/>
            </a:gs>
          </a:gsLst>
          <a:lin ang="54007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2192000" cy="2615102"/>
          </a:xfrm>
          <a:prstGeom prst="rect">
            <a:avLst/>
          </a:prstGeom>
          <a:gradFill>
            <a:gsLst>
              <a:gs pos="0">
                <a:srgbClr val="EBFAFF"/>
              </a:gs>
              <a:gs pos="1000">
                <a:srgbClr val="EBFAFF"/>
              </a:gs>
              <a:gs pos="29000">
                <a:srgbClr val="FFFFFF"/>
              </a:gs>
              <a:gs pos="99000">
                <a:srgbClr val="F7FDFF"/>
              </a:gs>
              <a:gs pos="100000">
                <a:srgbClr val="F7FDFF"/>
              </a:gs>
            </a:gsLst>
            <a:lin ang="5400011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>
                <a:solidFill>
                  <a:srgbClr val="1F497D"/>
                </a:solidFill>
              </a:defRPr>
            </a:pPr>
          </a:p>
        </p:txBody>
      </p:sp>
      <p:sp>
        <p:nvSpPr>
          <p:cNvPr id="18" name="Body Level One…"/>
          <p:cNvSpPr txBox="1"/>
          <p:nvPr>
            <p:ph type="body" sz="half" idx="1"/>
          </p:nvPr>
        </p:nvSpPr>
        <p:spPr>
          <a:xfrm>
            <a:off x="1879716" y="2938635"/>
            <a:ext cx="8971800" cy="2574001"/>
          </a:xfrm>
          <a:prstGeom prst="rect">
            <a:avLst/>
          </a:prstGeom>
          <a:ln w="12700">
            <a:noFill/>
            <a:miter lim="400000"/>
          </a:ln>
        </p:spPr>
        <p:txBody>
          <a:bodyPr anchor="ctr"/>
          <a:lstStyle>
            <a:lvl1pPr marL="381000" indent="-304800" algn="ctr">
              <a:spcBef>
                <a:spcPts val="600"/>
              </a:spcBef>
              <a:buClrTx/>
              <a:buSzTx/>
              <a:buFontTx/>
              <a:buNone/>
              <a:defRPr sz="3200"/>
            </a:lvl1pPr>
            <a:lvl2pPr algn="ctr">
              <a:spcBef>
                <a:spcPts val="600"/>
              </a:spcBef>
              <a:buClrTx/>
              <a:buSzPts val="3200"/>
              <a:buFontTx/>
              <a:defRPr sz="3200"/>
            </a:lvl2pPr>
            <a:lvl3pPr algn="ctr">
              <a:spcBef>
                <a:spcPts val="600"/>
              </a:spcBef>
              <a:buClrTx/>
              <a:buSzPts val="3200"/>
              <a:buFontTx/>
              <a:defRPr sz="3200"/>
            </a:lvl3pPr>
            <a:lvl4pPr algn="ctr">
              <a:spcBef>
                <a:spcPts val="600"/>
              </a:spcBef>
              <a:buClrTx/>
              <a:buSzPts val="3200"/>
              <a:buFontTx/>
              <a:defRPr sz="3200"/>
            </a:lvl4pPr>
            <a:lvl5pPr algn="ctr">
              <a:spcBef>
                <a:spcPts val="600"/>
              </a:spcBef>
              <a:buClrTx/>
              <a:buSzPts val="3200"/>
              <a:buFontTx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21" name="Google Shape;19;p3"/>
          <p:cNvGrpSpPr/>
          <p:nvPr/>
        </p:nvGrpSpPr>
        <p:grpSpPr>
          <a:xfrm>
            <a:off x="384047" y="2386583"/>
            <a:ext cx="11685524" cy="230401"/>
            <a:chOff x="0" y="0"/>
            <a:chExt cx="11685522" cy="230400"/>
          </a:xfrm>
        </p:grpSpPr>
        <p:sp>
          <p:nvSpPr>
            <p:cNvPr id="19" name="Google Shape;20;p3"/>
            <p:cNvSpPr/>
            <p:nvPr/>
          </p:nvSpPr>
          <p:spPr>
            <a:xfrm>
              <a:off x="5774181" y="0"/>
              <a:ext cx="5911342" cy="230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  <p:sp>
          <p:nvSpPr>
            <p:cNvPr id="20" name="Google Shape;21;p3"/>
            <p:cNvSpPr/>
            <p:nvPr/>
          </p:nvSpPr>
          <p:spPr>
            <a:xfrm>
              <a:off x="0" y="0"/>
              <a:ext cx="5783079" cy="23040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</p:grpSp>
      <p:sp>
        <p:nvSpPr>
          <p:cNvPr id="22" name="Title Text"/>
          <p:cNvSpPr txBox="1"/>
          <p:nvPr>
            <p:ph type="title"/>
          </p:nvPr>
        </p:nvSpPr>
        <p:spPr>
          <a:xfrm>
            <a:off x="2219892" y="404664"/>
            <a:ext cx="8313002" cy="1987501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23" name="Google Shape;23;p3"/>
          <p:cNvSpPr/>
          <p:nvPr/>
        </p:nvSpPr>
        <p:spPr>
          <a:xfrm>
            <a:off x="0" y="645333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</a:p>
        </p:txBody>
      </p:sp>
      <p:sp>
        <p:nvSpPr>
          <p:cNvPr id="24" name="Google Shape;24;p3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NYCU CS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6" name="Google Shape;26;p3" descr="Google Shape;26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9551" y="138374"/>
            <a:ext cx="1565436" cy="20570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2;p2"/>
          <p:cNvSpPr/>
          <p:nvPr/>
        </p:nvSpPr>
        <p:spPr>
          <a:xfrm>
            <a:off x="0" y="645332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</a:p>
        </p:txBody>
      </p:sp>
      <p:sp>
        <p:nvSpPr>
          <p:cNvPr id="51" name="Google Shape;13;p2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NYCU CS</a:t>
            </a:r>
          </a:p>
        </p:txBody>
      </p:sp>
      <p:sp>
        <p:nvSpPr>
          <p:cNvPr id="52" name="Google Shape;53;p7"/>
          <p:cNvSpPr txBox="1"/>
          <p:nvPr/>
        </p:nvSpPr>
        <p:spPr>
          <a:xfrm>
            <a:off x="281153" y="6453335"/>
            <a:ext cx="1233819" cy="340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NYCU CS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1716325" y="6509481"/>
            <a:ext cx="284331" cy="28076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6" name="Google Shape;55;p7"/>
          <p:cNvGrpSpPr/>
          <p:nvPr/>
        </p:nvGrpSpPr>
        <p:grpSpPr>
          <a:xfrm>
            <a:off x="671614" y="982353"/>
            <a:ext cx="10996046" cy="121491"/>
            <a:chOff x="0" y="0"/>
            <a:chExt cx="10996044" cy="121490"/>
          </a:xfrm>
        </p:grpSpPr>
        <p:sp>
          <p:nvSpPr>
            <p:cNvPr id="54" name="Google Shape;56;p7"/>
            <p:cNvSpPr/>
            <p:nvPr/>
          </p:nvSpPr>
          <p:spPr>
            <a:xfrm>
              <a:off x="5433489" y="0"/>
              <a:ext cx="5562556" cy="12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  <p:sp>
          <p:nvSpPr>
            <p:cNvPr id="55" name="Google Shape;57;p7"/>
            <p:cNvSpPr/>
            <p:nvPr/>
          </p:nvSpPr>
          <p:spPr>
            <a:xfrm>
              <a:off x="0" y="0"/>
              <a:ext cx="5441861" cy="12149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</p:grpSp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pic>
        <p:nvPicPr>
          <p:cNvPr id="58" name="Google Shape;59;p7" descr="Google Shape;59;p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428" y="90388"/>
            <a:ext cx="748004" cy="982887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Body Level One…"/>
          <p:cNvSpPr txBox="1"/>
          <p:nvPr>
            <p:ph type="body" idx="1"/>
          </p:nvPr>
        </p:nvSpPr>
        <p:spPr>
          <a:xfrm>
            <a:off x="674675" y="1102950"/>
            <a:ext cx="10821900" cy="5350501"/>
          </a:xfrm>
          <a:prstGeom prst="rect">
            <a:avLst/>
          </a:prstGeom>
        </p:spPr>
        <p:txBody>
          <a:bodyPr/>
          <a:lstStyle>
            <a:lvl1pPr indent="-35052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Google Shape;61;p7"/>
          <p:cNvSpPr/>
          <p:nvPr>
            <p:ph type="pic" sz="half" idx="21"/>
          </p:nvPr>
        </p:nvSpPr>
        <p:spPr>
          <a:xfrm>
            <a:off x="6613849" y="1370850"/>
            <a:ext cx="4594801" cy="4814700"/>
          </a:xfrm>
          <a:prstGeom prst="rect">
            <a:avLst/>
          </a:prstGeom>
          <a:ln w="12700">
            <a:noFill/>
            <a:miter lim="400000"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2;p2"/>
          <p:cNvSpPr/>
          <p:nvPr/>
        </p:nvSpPr>
        <p:spPr>
          <a:xfrm>
            <a:off x="0" y="645332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</a:p>
        </p:txBody>
      </p:sp>
      <p:sp>
        <p:nvSpPr>
          <p:cNvPr id="68" name="Google Shape;13;p2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NYCU CS</a:t>
            </a:r>
          </a:p>
        </p:txBody>
      </p:sp>
      <p:sp>
        <p:nvSpPr>
          <p:cNvPr id="69" name="Google Shape;63;p8"/>
          <p:cNvSpPr/>
          <p:nvPr/>
        </p:nvSpPr>
        <p:spPr>
          <a:xfrm>
            <a:off x="0" y="6453335"/>
            <a:ext cx="12192000" cy="4047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</a:p>
        </p:txBody>
      </p:sp>
      <p:sp>
        <p:nvSpPr>
          <p:cNvPr id="70" name="Google Shape;64;p8"/>
          <p:cNvSpPr txBox="1"/>
          <p:nvPr/>
        </p:nvSpPr>
        <p:spPr>
          <a:xfrm>
            <a:off x="281153" y="6453335"/>
            <a:ext cx="1233951" cy="340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NYCU CS</a:t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4" name="Google Shape;66;p8"/>
          <p:cNvGrpSpPr/>
          <p:nvPr/>
        </p:nvGrpSpPr>
        <p:grpSpPr>
          <a:xfrm>
            <a:off x="671614" y="982353"/>
            <a:ext cx="10996046" cy="121491"/>
            <a:chOff x="0" y="0"/>
            <a:chExt cx="10996044" cy="121490"/>
          </a:xfrm>
        </p:grpSpPr>
        <p:sp>
          <p:nvSpPr>
            <p:cNvPr id="72" name="Google Shape;67;p8"/>
            <p:cNvSpPr/>
            <p:nvPr/>
          </p:nvSpPr>
          <p:spPr>
            <a:xfrm>
              <a:off x="5433489" y="0"/>
              <a:ext cx="5562556" cy="12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  <p:sp>
          <p:nvSpPr>
            <p:cNvPr id="73" name="Google Shape;68;p8"/>
            <p:cNvSpPr/>
            <p:nvPr/>
          </p:nvSpPr>
          <p:spPr>
            <a:xfrm>
              <a:off x="0" y="0"/>
              <a:ext cx="5441861" cy="12149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</p:grpSp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pic>
        <p:nvPicPr>
          <p:cNvPr id="76" name="Google Shape;70;p8" descr="Google Shape;70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428" y="90388"/>
            <a:ext cx="748004" cy="982887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Body Level One…"/>
          <p:cNvSpPr txBox="1"/>
          <p:nvPr>
            <p:ph type="body" sz="half" idx="1"/>
          </p:nvPr>
        </p:nvSpPr>
        <p:spPr>
          <a:xfrm>
            <a:off x="674675" y="1102950"/>
            <a:ext cx="5415301" cy="5350501"/>
          </a:xfrm>
          <a:prstGeom prst="rect">
            <a:avLst/>
          </a:prstGeom>
        </p:spPr>
        <p:txBody>
          <a:bodyPr/>
          <a:lstStyle>
            <a:lvl1pPr indent="-35052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Google Shape;72;p8"/>
          <p:cNvSpPr txBox="1"/>
          <p:nvPr>
            <p:ph type="body" sz="half" idx="21"/>
          </p:nvPr>
        </p:nvSpPr>
        <p:spPr>
          <a:xfrm>
            <a:off x="6089899" y="1102949"/>
            <a:ext cx="5415302" cy="5350502"/>
          </a:xfrm>
          <a:prstGeom prst="rect">
            <a:avLst/>
          </a:prstGeom>
        </p:spPr>
        <p:txBody>
          <a:bodyPr/>
          <a:lstStyle/>
          <a:p>
            <a:pPr indent="-350520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EBFAFF"/>
            </a:gs>
            <a:gs pos="1000">
              <a:srgbClr val="EBFAFF"/>
            </a:gs>
            <a:gs pos="35000">
              <a:srgbClr val="FFFFFF"/>
            </a:gs>
            <a:gs pos="99000">
              <a:srgbClr val="FFFFFF"/>
            </a:gs>
            <a:gs pos="100000">
              <a:srgbClr val="FFFFFF"/>
            </a:gs>
          </a:gsLst>
          <a:lin ang="5400011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2"/>
          <p:cNvSpPr/>
          <p:nvPr/>
        </p:nvSpPr>
        <p:spPr>
          <a:xfrm>
            <a:off x="0" y="645332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</a:p>
        </p:txBody>
      </p:sp>
      <p:sp>
        <p:nvSpPr>
          <p:cNvPr id="3" name="Google Shape;13;p2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NYCU CS</a:t>
            </a:r>
          </a:p>
        </p:txBody>
      </p:sp>
      <p:grpSp>
        <p:nvGrpSpPr>
          <p:cNvPr id="6" name="Google Shape;37;p5"/>
          <p:cNvGrpSpPr/>
          <p:nvPr/>
        </p:nvGrpSpPr>
        <p:grpSpPr>
          <a:xfrm>
            <a:off x="671614" y="982353"/>
            <a:ext cx="10996046" cy="121491"/>
            <a:chOff x="0" y="0"/>
            <a:chExt cx="10996044" cy="121490"/>
          </a:xfrm>
        </p:grpSpPr>
        <p:sp>
          <p:nvSpPr>
            <p:cNvPr id="4" name="Google Shape;38;p5"/>
            <p:cNvSpPr/>
            <p:nvPr/>
          </p:nvSpPr>
          <p:spPr>
            <a:xfrm>
              <a:off x="5433489" y="0"/>
              <a:ext cx="5562556" cy="12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  <p:sp>
          <p:nvSpPr>
            <p:cNvPr id="5" name="Google Shape;39;p5"/>
            <p:cNvSpPr/>
            <p:nvPr/>
          </p:nvSpPr>
          <p:spPr>
            <a:xfrm>
              <a:off x="0" y="0"/>
              <a:ext cx="5441861" cy="12149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</a:p>
          </p:txBody>
        </p:sp>
      </p:grpSp>
      <p:sp>
        <p:nvSpPr>
          <p:cNvPr id="7" name="Title Text"/>
          <p:cNvSpPr txBox="1"/>
          <p:nvPr>
            <p:ph type="title"/>
          </p:nvPr>
        </p:nvSpPr>
        <p:spPr>
          <a:xfrm>
            <a:off x="1127448" y="61319"/>
            <a:ext cx="10081201" cy="87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1716457" y="6509466"/>
            <a:ext cx="284332" cy="280760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9" name="Google Shape;42;p5" descr="Google Shape;42;p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428" y="90388"/>
            <a:ext cx="748004" cy="982887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Body Level One…"/>
          <p:cNvSpPr txBox="1"/>
          <p:nvPr>
            <p:ph type="body" idx="1"/>
          </p:nvPr>
        </p:nvSpPr>
        <p:spPr>
          <a:xfrm>
            <a:off x="674675" y="1102950"/>
            <a:ext cx="10993201" cy="5350501"/>
          </a:xfrm>
          <a:prstGeom prst="rect">
            <a:avLst/>
          </a:prstGeom>
          <a:ln>
            <a:solidFill>
              <a:srgbClr val="9FE6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●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○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■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●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○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■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●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○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■"/>
        <a:tabLst/>
        <a:defRPr b="0" baseline="0" cap="none" i="0" spc="0" strike="noStrike" sz="2400" u="none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6;p1"/>
          <p:cNvSpPr txBox="1"/>
          <p:nvPr>
            <p:ph type="body" sz="half" idx="1"/>
          </p:nvPr>
        </p:nvSpPr>
        <p:spPr>
          <a:xfrm>
            <a:off x="1879716" y="2938635"/>
            <a:ext cx="8971800" cy="2574001"/>
          </a:xfrm>
          <a:prstGeom prst="rect">
            <a:avLst/>
          </a:prstGeom>
        </p:spPr>
        <p:txBody>
          <a:bodyPr/>
          <a:lstStyle/>
          <a:p>
            <a:pPr marL="0" indent="0"/>
          </a:p>
        </p:txBody>
      </p:sp>
      <p:sp>
        <p:nvSpPr>
          <p:cNvPr id="88" name="Google Shape;87;p1"/>
          <p:cNvSpPr txBox="1"/>
          <p:nvPr>
            <p:ph type="title"/>
          </p:nvPr>
        </p:nvSpPr>
        <p:spPr>
          <a:xfrm>
            <a:off x="2219892" y="404664"/>
            <a:ext cx="8313002" cy="19875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Google Shape;88;p1"/>
          <p:cNvSpPr txBox="1"/>
          <p:nvPr>
            <p:ph type="sldNum" sz="quarter" idx="2"/>
          </p:nvPr>
        </p:nvSpPr>
        <p:spPr>
          <a:xfrm>
            <a:off x="11806572" y="6486345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3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6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"/>
          <p:cNvSpPr txBox="1"/>
          <p:nvPr>
            <p:ph type="sldNum" sz="quarter" idx="2"/>
          </p:nvPr>
        </p:nvSpPr>
        <p:spPr>
          <a:xfrm>
            <a:off x="11806440" y="6509481"/>
            <a:ext cx="194216" cy="280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9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01" name="Google Shape;61;p7" descr="Google Shape;61;p7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4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" name="Double-click to edit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Google Shape;72;p8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indent="-35052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inLAB Template">
  <a:themeElements>
    <a:clrScheme name="WinLAB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WinLAB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WinLAB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inLAB Template">
  <a:themeElements>
    <a:clrScheme name="WinLAB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WinLAB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WinLAB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